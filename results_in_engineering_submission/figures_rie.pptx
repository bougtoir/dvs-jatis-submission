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</a:t>
            </a:r>
          </a:p>
        </p:txBody>
      </p:sp>
      <p:pic>
        <p:nvPicPr>
          <p:cNvPr id="3" name="Picture 2" descr="fig1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79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227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Conceptual schematic of covariate-adjusted stochastic resonance. (a) Threshold detector: subthreshold signal + noise triggers events. (b) SR: event-rate modulation peaks at intermediate noise. (c) Covariate adjustment narrows residual noise, shifting the operating 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2</a:t>
            </a:r>
          </a:p>
        </p:txBody>
      </p:sp>
      <p:pic>
        <p:nvPicPr>
          <p:cNvPr id="3" name="Picture 2" descr="fig2_optimal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883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3751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Optimal noise model accuracy. (a) ρ* vs. input noise: 0 in the SR regime, √(1 − θ²/σ²) in the excess-noise regime. (b) Peak SNR gain grows exponentially with σ/θ.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3</a:t>
            </a:r>
          </a:p>
        </p:txBody>
      </p:sp>
      <p:pic>
        <p:nvPicPr>
          <p:cNvPr id="3" name="Picture 2" descr="fi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00" y="822960"/>
            <a:ext cx="66976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PI-DC-DVS pipeline: (1) A5 noise model + auxiliary channels; (2) Bayesian inverse solution; (3) probabilistic thinning; (4) template-free object detection; (5) physical validation including Cal-6 satellite-trail calibration.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4</a:t>
            </a:r>
          </a:p>
        </p:txBody>
      </p:sp>
      <p:pic>
        <p:nvPicPr>
          <p:cNvPr id="3" name="Picture 2" descr="fig4_s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07" y="822960"/>
            <a:ext cx="10850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Stochastic resonance curves (A/θ = 0.3). Analytical curves (solid) and Monte Carlo validation (squares). Covariate adjustment shifts the peak rightward.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5</a:t>
            </a:r>
          </a:p>
        </p:txBody>
      </p:sp>
      <p:pic>
        <p:nvPicPr>
          <p:cNvPr id="3" name="Picture 2" descr="fig5_detection_an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59" y="822960"/>
            <a:ext cx="559397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Detection and classification performance (A/θ = 0.4). (a) Detection probability P_D; (b) false-alarm probability P_FA; (c) ROC curves at σ_n/θ = 1.5.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6</a:t>
            </a:r>
          </a:p>
        </p:txBody>
      </p:sp>
      <p:pic>
        <p:nvPicPr>
          <p:cNvPr id="3" name="Picture 2" descr="fig6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978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845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A5-based noise rate simulation. (a) Predicted noise rate [evt/s/pix]; (b) SNR improvement factor at 90% model accuracy; (c) SNR vs. temperature.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7</a:t>
            </a:r>
          </a:p>
        </p:txBody>
      </p:sp>
      <p:pic>
        <p:nvPicPr>
          <p:cNvPr id="3" name="Picture 2" descr="fig7_evaluation_and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50" y="822960"/>
            <a:ext cx="41663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Experimental evaluation on EBSSA and SR interpretation (20 recordings). (a) NRR, (b) SPR, (c) F1, (d) ROC-AUC; (e) ROC-AUC comparison; (f) NRR vs SPR trade-off (Fano AUC = 0.866).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8</a:t>
            </a:r>
          </a:p>
        </p:txBody>
      </p:sp>
      <p:pic>
        <p:nvPicPr>
          <p:cNvPr id="3" name="Picture 2" descr="fig8_proof_of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040" y="822960"/>
            <a:ext cx="478561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Proof-of-concept on EBSSA Recording #0. (a) Raw event accumulation; (b) estimated noise rate map; (c) per-event noise probability; (d) residual after 90.3% noise removal; (e) Fano spatial map; (f) temporal dynamics; (g) per-pixel S/N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